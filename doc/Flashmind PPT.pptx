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139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766560" y="548640"/>
            <a:ext cx="1828800" cy="18288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0" y="2560320"/>
            <a:ext cx="1097280" cy="109728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 STUDY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FlashMind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11480" y="30632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flashcard platform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smarter, tracked learning.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2336" y="1225296"/>
            <a:ext cx="1554480" cy="2926080"/>
          </a:xfrm>
          <a:prstGeom prst="rect">
            <a:avLst/>
          </a:prstGeom>
          <a:solidFill>
            <a:srgbClr val="C0CDD8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554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55448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01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005840" cy="32004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FlashMind Dev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16836" y="1225296"/>
            <a:ext cx="1554480" cy="2926080"/>
          </a:xfrm>
          <a:prstGeom prst="rect">
            <a:avLst/>
          </a:prstGeom>
          <a:solidFill>
            <a:srgbClr val="C0CDD8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80260" y="1188720"/>
            <a:ext cx="1554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80260" y="1188720"/>
            <a:ext cx="155448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14600" y="1463040"/>
            <a:ext cx="685800" cy="68580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146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17170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717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54580" y="3291840"/>
            <a:ext cx="1005840" cy="32004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54580" y="3291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FlashMind Dev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31336" y="1225296"/>
            <a:ext cx="1554480" cy="2926080"/>
          </a:xfrm>
          <a:prstGeom prst="rect">
            <a:avLst/>
          </a:prstGeom>
          <a:solidFill>
            <a:srgbClr val="C0CDD8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794760" y="1188720"/>
            <a:ext cx="1554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794760" y="1188720"/>
            <a:ext cx="155448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29100" y="1463040"/>
            <a:ext cx="685800" cy="68580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291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8620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862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69080" y="3291840"/>
            <a:ext cx="1005840" cy="32004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69080" y="3291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FlashMind Dev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45836" y="1225296"/>
            <a:ext cx="1554480" cy="2926080"/>
          </a:xfrm>
          <a:prstGeom prst="rect">
            <a:avLst/>
          </a:prstGeom>
          <a:solidFill>
            <a:srgbClr val="C0CDD8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509260" y="1188720"/>
            <a:ext cx="1554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509260" y="1188720"/>
            <a:ext cx="155448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1463040"/>
            <a:ext cx="685800" cy="68580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60070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007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83580" y="3291840"/>
            <a:ext cx="1005840" cy="32004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783580" y="3291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FlashMind Dev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60336" y="1225296"/>
            <a:ext cx="1554480" cy="2926080"/>
          </a:xfrm>
          <a:prstGeom prst="rect">
            <a:avLst/>
          </a:prstGeom>
          <a:solidFill>
            <a:srgbClr val="C0CDD8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223760" y="1188720"/>
            <a:ext cx="1554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223760" y="1188720"/>
            <a:ext cx="155448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658100" y="1463040"/>
            <a:ext cx="685800" cy="68580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6581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31520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&amp; Docs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98080" y="3291840"/>
            <a:ext cx="1005840" cy="32004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498080" y="3291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FlashMind Dev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6170E74-E58C-F14A-F195-617129E9B5A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58468"/>
            <a:ext cx="685800" cy="685800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FlashMind?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FlashMind is a full-stack web application designed to help students study more effectively using digital flashcards. It combines spaced repetition, quiz modes, and real-time progress tracking in one unified platform.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1280160" cy="292608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2331720"/>
            <a:ext cx="1280160" cy="292608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83080" y="2331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2331720"/>
            <a:ext cx="1280160" cy="292608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2331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1280160" cy="292608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83080" y="2697480"/>
            <a:ext cx="1280160" cy="292608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8308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2697480"/>
            <a:ext cx="1280160" cy="292608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5468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103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457200"/>
            <a:ext cx="2743200" cy="7772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45720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5120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17920" y="804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1463040"/>
            <a:ext cx="2743200" cy="7772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146304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7920" y="18105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&amp; Admins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35040" y="2468880"/>
            <a:ext cx="2743200" cy="7772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35040" y="246888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25237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2816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+ SPA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35040" y="3474720"/>
            <a:ext cx="2743200" cy="77724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35040" y="347472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3529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3822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+ Cloudinary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56616" y="1133856"/>
            <a:ext cx="2606040" cy="3566160"/>
          </a:xfrm>
          <a:prstGeom prst="rect">
            <a:avLst/>
          </a:prstGeom>
          <a:solidFill>
            <a:srgbClr val="C8D4DC"/>
          </a:solidFill>
          <a:ln w="12700">
            <a:solidFill>
              <a:srgbClr val="C8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606040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34440" y="1353312"/>
            <a:ext cx="777240" cy="77724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13533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 Signup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JWT-based authentication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registration with validation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routes for logged-in users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Admin-only access control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82696" y="1133856"/>
            <a:ext cx="2606040" cy="3566160"/>
          </a:xfrm>
          <a:prstGeom prst="rect">
            <a:avLst/>
          </a:prstGeom>
          <a:solidFill>
            <a:srgbClr val="C8D4DC"/>
          </a:solidFill>
          <a:ln w="12700">
            <a:solidFill>
              <a:srgbClr val="C8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109728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1097280"/>
            <a:ext cx="260604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60520" y="1353312"/>
            <a:ext cx="777240" cy="77724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60520" y="13533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8328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Dashboard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2697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mastered per session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29000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study time tracker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3429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Decks studied counter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3794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progress indicators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29000" y="4160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activity bar graph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08776" y="1133856"/>
            <a:ext cx="2606040" cy="3566160"/>
          </a:xfrm>
          <a:prstGeom prst="rect">
            <a:avLst/>
          </a:prstGeom>
          <a:solidFill>
            <a:srgbClr val="C8D4DC"/>
          </a:solidFill>
          <a:ln w="12700">
            <a:solidFill>
              <a:srgbClr val="C8D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72200" y="109728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72200" y="1097280"/>
            <a:ext cx="260604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86600" y="1353312"/>
            <a:ext cx="777240" cy="77724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86600" y="13533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30936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registered users list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sessions per user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deck management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5508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Platform-wide settings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193</Words>
  <Application>Microsoft Office PowerPoint</Application>
  <PresentationFormat>On-screen Show (16:9)</PresentationFormat>
  <Paragraphs>65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FlashMind</dc:title>
  <dc:subject>PptxGenJS Presentation</dc:subject>
  <dc:creator>PptxGenJS</dc:creator>
  <cp:lastModifiedBy>Teng</cp:lastModifiedBy>
  <cp:revision>2</cp:revision>
  <dcterms:created xsi:type="dcterms:W3CDTF">2026-05-19T02:33:52Z</dcterms:created>
  <dcterms:modified xsi:type="dcterms:W3CDTF">2026-05-19T03:31:24Z</dcterms:modified>
</cp:coreProperties>
</file>